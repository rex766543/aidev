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PnC 証明書インストール失敗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原因調査・影響範囲レポート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32004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調査日: 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2026年3月4日</a:t>
            </a:r>
            <a:pPr algn="l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　対象環境: 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テスト環境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サマリー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64008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影響台数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テスト125台中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517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868680"/>
            <a:ext cx="64008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エラー種別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 422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Invalid EVCCID format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868680"/>
            <a:ext cx="26517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868680"/>
            <a:ext cx="64008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本番リスク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同フォーマット車両の推定比率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8412480" cy="2194560"/>
          </a:xfrm>
          <a:prstGeom prst="rect">
            <a:avLst/>
          </a:prstGeom>
          <a:solidFill>
            <a:srgbClr val="F4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事象と影響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0632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テストフェーズにて、特定車両でPlug and Charge（PnC）の認証が失敗することを確認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証明書インストールAPIが旧型モデルのEVCCIDフォーマットをバリデーションエラーで弾いたため、証明書が未インストール状態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証明書のないまま充電ステーション接続 → ISO 15118 TLS相互認証に失敗 → 充電開始不可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本番環境に同様の旧型モデルが存在する場合、同等の障害が発生する可能性あり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影響車両一覧（テスト環境）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402336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2286000"/>
                <a:gridCol w="164592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車両ID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モデル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EVCCID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フォーマット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エラー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VH-0042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Model-X 2021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VDR:A1B2C3D4E5F6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ベンダー独自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HTTP 422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VH-0087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Model-X 2021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VDR:A2B3C4D5E6F7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ベンダー独自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HTTP 422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VH-0103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Model-X 2020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VDR:B1C2D3E4F5A6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ベンダー独自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HTTP 422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VH-0118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Model-X 2020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VDR:C1D2E3F4A5B6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ベンダー独自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HTTP 422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VH-0134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Model-X 2020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VDR:D1E2F3A4B5C6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ベンダー独自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HTTP 422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VH-0156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Model-X 2021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VDR:E1F2A3B4C5D6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ベンダー独自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HTTP 422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VH-0178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Model-X 2019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VDR:F1A2B3C4D5E6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ベンダー独自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HTTP 422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VH-0201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Model-X 2019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VDR:A1C2E3B4D5F6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ベンダー独自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HTTP 422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 8台 / 125台中（6.4%）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根本原因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3977640"/>
          </a:xfrm>
          <a:prstGeom prst="rect">
            <a:avLst/>
          </a:prstGeom>
          <a:solidFill>
            <a:srgbClr val="F4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原因詳細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証明書インストールAPIはEVCCIDをMACアドレス形式（XX:XX:XX:XX:XX:XX）のみ受け付けるバリデーションを実装していた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旧型モデル（2019〜2021年式 Model-X 系）はベンダー独自形式（VDR:XXXXXXXXXXXXXX）でEVCCIDを保持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独自フォーマットのリクエストはバリデーションに弾かれ HTTP 422 を返却、証明書インストールが実行されなかった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証明書未インストールのままISO 15118 TLS認証が走り、認証失敗で充電不可に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1480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777240"/>
            <a:ext cx="41148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エラーログ（抜粋）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[2026-03-03 10:14:32]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cert-install-api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vehicle_id=VH-0042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evccid=VDR:A1B2C3D4E5F6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ValidationError: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Invalid EVCCID format.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Expected MAC address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(XX:XX:XX:XX:XX:XX),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got 'VDR:A1B2C3D4E5F6'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HTTP 422 Unprocessable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対応方針・スケジュール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対応アクション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18872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APIバリデーション修正（ベンダー独自EVCCIDフォーマット対応）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佐藤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847088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EVCCIDフォーマット仕様ドキュメント化・API入力仕様更新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847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山田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2505456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本番車両マスタから影響車両数を確認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50545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山田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18211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316382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テスト環境再デプロイ・失敗8台に証明書再インストール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16382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佐藤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382219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全125台PnC認証テスト再実施・リリース判定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8221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鈴木/田中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749808"/>
            <a:ext cx="3291840" cy="4023360"/>
          </a:xfrm>
          <a:prstGeom prst="rect">
            <a:avLst/>
          </a:prstGeom>
          <a:solidFill>
            <a:srgbClr val="F4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804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23560" y="1234440"/>
            <a:ext cx="10058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12344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3/7（金）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1252728"/>
            <a:ext cx="1920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API修正・レビュー完了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本番影響台数確認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103120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623560" y="2377440"/>
            <a:ext cx="10058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23774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3/10（月）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2395728"/>
            <a:ext cx="1920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テスト環境再デプロイ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証明書再インストール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次回確認MTG 16:00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246120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623560" y="3520440"/>
            <a:ext cx="10058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35204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3/12（水）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3538728"/>
            <a:ext cx="1920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全件テスト完了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本番リリース判定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PnC証明書インストール失敗 調査資料</dc:title>
  <dc:subject>PptxGenJS Presentation</dc:subject>
  <dc:creator>PptxGenJS</dc:creator>
  <cp:lastModifiedBy>PptxGenJS</cp:lastModifiedBy>
  <cp:revision>1</cp:revision>
  <dcterms:created xsi:type="dcterms:W3CDTF">2026-03-04T03:37:37Z</dcterms:created>
  <dcterms:modified xsi:type="dcterms:W3CDTF">2026-03-04T03:37:37Z</dcterms:modified>
</cp:coreProperties>
</file>